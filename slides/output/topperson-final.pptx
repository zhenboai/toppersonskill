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如何把顶级人物变成你的导师？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它来了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933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他来了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00400" y="4389120"/>
            <a:ext cx="2743200" cy="36576"/>
          </a:xfrm>
          <a:prstGeom prst="rect">
            <a:avLst/>
          </a:prstGeom>
          <a:solidFill>
            <a:srgbClr val="9333E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TopPerson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这个开源库蒸馏了各种顶级人物的 Skill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3017520"/>
            <a:ext cx="4572000" cy="0"/>
          </a:xfrm>
          <a:prstGeom prst="line">
            <a:avLst/>
          </a:prstGeom>
          <a:noFill/>
          <a:ln w="25400">
            <a:solidFill>
              <a:srgbClr val="933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3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让你随时调用他们的思维方式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40280" y="4114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80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86200" y="4114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80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4114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80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Skill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曾国藩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用曾国藩的方式做决策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面对复杂局面，先"结硬寨、打呆仗"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每天写日记复盘，从不间断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474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用人之道：德为主，才为辅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🧘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4160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越是艰难，越要心静如水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"不聪明，但极其勤奋；不取巧，但极其踏实"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用费曼的方式理解事物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"你真的理解这个问题吗？"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给我画个图，用最简单的语言讲清楚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474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遇到不懂的，绝不装懂，也不轻易放过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4160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最后你会发现：原来这么简单！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"凡是我无法创造的，我都无法理解"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看看有没有你的精神偶像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曾国藩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成事之道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王阳明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心学智慧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深度理解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巴菲特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投资思维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乔布斯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创新设计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段永平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6032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商业决策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张一鸣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理性创业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稻盛和夫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经营哲学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什么时候用它？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11887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这个offer要不要接？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17920" y="13258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用巴菲特思维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😤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团队有人摸鱼怎么办？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用曾国藩带团队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学了很多但没进步？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用费曼方法审视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😟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45920" y="3931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人生陷入低谷？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17920" y="40690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用王阳明炼心性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去看看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有没有你的精神偶像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731520"/>
          </a:xfrm>
          <a:prstGeom prst="roundRect">
            <a:avLst>
              <a:gd name="adj" fmla="val 18750"/>
            </a:avLst>
          </a:prstGeom>
          <a:solidFill>
            <a:srgbClr val="9333EA"/>
          </a:solidFill>
          <a:ln/>
          <a:effectLst>
            <a:outerShdw sx="100000" sy="100000" kx="0" ky="0" algn="bl" rotWithShape="0" blurRad="317500" dist="1016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Star 项目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github.com/your-repo/topperson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"借用一个成熟的方法框架，做更好的判断"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TopPerson - 把顶尖人物做成 AI Skill</dc:title>
  <dc:subject>PptxGenJS Presentation</dc:subject>
  <dc:creator>PptxGenJS</dc:creator>
  <cp:lastModifiedBy>PptxGenJS</cp:lastModifiedBy>
  <cp:revision>1</cp:revision>
  <dcterms:created xsi:type="dcterms:W3CDTF">2026-04-10T14:12:58Z</dcterms:created>
  <dcterms:modified xsi:type="dcterms:W3CDTF">2026-04-10T14:12:58Z</dcterms:modified>
</cp:coreProperties>
</file>