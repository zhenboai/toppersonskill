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463040"/>
            <a:ext cx="45720" cy="14630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把顶尖人物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 AI Skill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77240" y="3108960"/>
            <a:ext cx="2286000" cy="2743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TopPerson | 开源人物方法论仓库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0" y="3200400"/>
            <a:ext cx="1371600" cy="1371600"/>
          </a:xfrm>
          <a:prstGeom prst="ellipse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3657600"/>
            <a:ext cx="914400" cy="914400"/>
          </a:xfrm>
          <a:prstGeom prst="ellipse">
            <a:avLst/>
          </a:prstGeom>
          <a:solidFill>
            <a:srgbClr val="9A8C9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463040" cy="36576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46888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为什么需要这个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1920240"/>
            <a:ext cx="18288" cy="2286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8880" y="2148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2697480"/>
            <a:ext cx="18288" cy="2286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68880" y="29260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人物与方法论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8680" y="3474720"/>
            <a:ext cx="18288" cy="2286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03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371600" y="3703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68880" y="3703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0" y="3703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如何开始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0" y="1097280"/>
            <a:ext cx="1828800" cy="1828800"/>
          </a:xfrm>
          <a:prstGeom prst="ellipse">
            <a:avLst/>
          </a:prstGeom>
          <a:solidFill>
            <a:srgbClr val="C9ADA7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2377440"/>
            <a:ext cx="1097280" cy="1097280"/>
          </a:xfrm>
          <a:prstGeom prst="ellipse">
            <a:avLst/>
          </a:prstGeom>
          <a:solidFill>
            <a:srgbClr val="9A8C98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046720" y="438912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22223B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4389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DA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3840480" y="1645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840480" y="2651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为什么需要这个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0" y="3291840"/>
            <a:ext cx="2286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457200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572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信息太多，判断太少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914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遇到问题，网上搜一堆泛泛的建议，越看越迷茫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371600"/>
            <a:ext cx="2560320" cy="914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学了很多道理，但不知道该怎么用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71600"/>
            <a:ext cx="2560320" cy="914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做决定时容易被情绪和焦虑带着走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2222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有没有一种方式，能直接借一个成熟人物的判断方式？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0" y="475488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754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借一个成熟的方法框架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遇到问题时，不是在问 AI 一个答案，而是在借一个成熟人物的判断方式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曾国藩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3017520"/>
            <a:ext cx="109728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这个烂摊子怎么收？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20116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费曼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0" y="3017520"/>
            <a:ext cx="109728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2004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这个知识点怎么学明白？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段永平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949440" y="3017520"/>
            <a:ext cx="109728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2004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这个机会值不值得做？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475488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754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DA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3840480" y="1645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840480" y="2651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0" y="3291840"/>
            <a:ext cx="2286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457200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572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45720" cy="7315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不是语录库，是方法论仓库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不是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8483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语录合集 — 把名人说过的话堆在一起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7919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名人崇拜 — 把人当偶像，不关心方法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7355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空洞鸡汤 — 听起来有道理但无法执行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18288" cy="27432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40" y="2084832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提炼方法论 — 从一手资料提取可复用的判断方式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2679192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翻译成现代建议 — 把历史智慧变成可执行的行动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3273552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稳定调用 — 整理成可被系统化使用的 skill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2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2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遇到现实问题时，如果按某个顶尖人物的方式来判断、取舍和行动，会怎么做？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489204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4892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45720" cy="6400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只做三件事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C9ADA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56032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4630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提炼人物方法论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从著作、书信、演讲、传记中提取真实可用的判断方式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3258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C9ADA7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280160"/>
            <a:ext cx="256032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0" y="2103120"/>
            <a:ext cx="14630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翻译成现代建议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2926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把历史智慧转化为普通人今天就能执行的行动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3258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C9ADA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280160"/>
            <a:ext cx="256032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492240" y="2103120"/>
            <a:ext cx="1463040" cy="18288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稳定调用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2926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整理成可被 AI 稳定调用的 skill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457200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4572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精选人物，覆盖四大场景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曾国藩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收战线、稳节奏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5176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学明白、讲清楚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段永平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判断机会值不值得做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巴菲特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投资决策框架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王阳明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知行合一、心学智慧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25603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乔布斯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5176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产品判断、创新思维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5603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张一鸣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5603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稻盛和夫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经营哲学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33 个人物 skill，持续更新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覆盖四大场景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" y="150876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11658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自律、习惯、情绪、长期节奏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188720"/>
            <a:ext cx="196596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4700" y="150876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33147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0" y="269748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理解、记忆、解释、练习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88720"/>
            <a:ext cx="196596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63540" y="150876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635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92040" y="269748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执行、沟通、带队、管理、决策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188720"/>
            <a:ext cx="196596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4" name="Shape 22"/>
          <p:cNvSpPr/>
          <p:nvPr/>
        </p:nvSpPr>
        <p:spPr>
          <a:xfrm>
            <a:off x="7612380" y="1508760"/>
            <a:ext cx="548640" cy="54864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5" name="Text 23"/>
          <p:cNvSpPr/>
          <p:nvPr/>
        </p:nvSpPr>
        <p:spPr>
          <a:xfrm>
            <a:off x="76123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0" y="269748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重大选择、低谷调整、方向判断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遇到问题时，让 AI 帮你用顶尖人物的方法来分析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如何使用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508760"/>
            <a:ext cx="640080" cy="64008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选择人物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skills 目录，选择一个人物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508760"/>
            <a:ext cx="640080" cy="64008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描述问题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 AI 你当前遇到的现实问题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78040" y="1508760"/>
            <a:ext cx="640080" cy="64008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获得建议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会根据这个人物的判断方式来给你建议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2222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9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$zeng-guofan to analyze this situation and give me actionable advice.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C9ADA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9A8C9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现在就试试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github.com/topperson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选择一个人物 skill 开始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把你遇到的问题交给它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931920"/>
            <a:ext cx="2743200" cy="2743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借一个成熟的方法框架，做更好的判断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457200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4572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TopPerson - 把顶尖人物做成 AI Skill</dc:title>
  <dc:subject>PptxGenJS Presentation</dc:subject>
  <dc:creator>TopPerson</dc:creator>
  <cp:lastModifiedBy>TopPerson</cp:lastModifiedBy>
  <cp:revision>1</cp:revision>
  <dcterms:created xsi:type="dcterms:W3CDTF">2026-04-10T12:37:56Z</dcterms:created>
  <dcterms:modified xsi:type="dcterms:W3CDTF">2026-04-10T12:37:56Z</dcterms:modified>
</cp:coreProperties>
</file>