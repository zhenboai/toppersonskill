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你身边有这样的人吗？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他们遇到问题，总能做出"对"的决定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而你，事后总是后悔：当时为什么没想到？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他们不是更聪明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而是有自己的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933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判断框架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遇到事情，他们不是凭感觉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而是调用一套成熟的思考方式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如果曾国藩来做今天的决策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面对复杂局面，他会先"结硬寨、打呆仗"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每天写日记复盘，从不间断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用人之道：德为主，才为辅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🧘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4069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越是艰难，越要心静如水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"不聪明，但极其勤奋；不取巧，但极其踏实"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如果费曼来帮你分析问题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20116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"你真的理解这个问题吗？"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他会说：给我画个图，用最简单的语言讲清楚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遇到不懂的，他绝不装懂，也不轻易放过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40690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5E7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最后你会发现：原来这么简单！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"凡是我无法创造的，我都无法理解"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现在，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你也可以用他们的方式思考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不是学他们的知识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33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而是调用他们的判断框架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居然有人做了这个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TopPerson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把顶尖人物的方法论，蒸馏成 AI Skill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0" y="3200400"/>
            <a:ext cx="3657600" cy="0"/>
          </a:xfrm>
          <a:prstGeom prst="line">
            <a:avLst/>
          </a:prstGeom>
          <a:noFill/>
          <a:ln w="25400">
            <a:solidFill>
              <a:srgbClr val="9333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3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· 免费 · 随时调用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看看有没有你的精神偶像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曾国藩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成事之道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王阳明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心学智慧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深度理解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45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巴菲特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2194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投资思维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乔布斯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创新设计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3200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段永平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603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商业决策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张一鸣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66344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理性创业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766560" y="32004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A1A2E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35661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稻盛和夫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经营哲学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什么时候用它？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🤔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828800" y="1280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这个offer要不要接？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0" y="14173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用巴菲特思维分析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😤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828800" y="21945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团队有人摸鱼怎么办？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943600" y="23317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用曾国藩带团队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08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828800" y="3108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学了很多但感觉没进步？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943600" y="32461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246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用费曼方法审视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😟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828800" y="40233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人生陷入低谷怎么办？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943600" y="4160520"/>
            <a:ext cx="2560320" cy="457200"/>
          </a:xfrm>
          <a:prstGeom prst="roundRect">
            <a:avLst>
              <a:gd name="adj" fmla="val 20000"/>
            </a:avLst>
          </a:prstGeom>
          <a:solidFill>
            <a:srgbClr val="9333EA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0" y="4160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用王阳明炼心性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去看看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有没有你的精神偶像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731520"/>
          </a:xfrm>
          <a:prstGeom prst="roundRect">
            <a:avLst>
              <a:gd name="adj" fmla="val 18750"/>
            </a:avLst>
          </a:prstGeom>
          <a:solidFill>
            <a:srgbClr val="9333EA"/>
          </a:solidFill>
          <a:ln/>
          <a:effectLst>
            <a:outerShdw sx="100000" sy="100000" kx="0" ky="0" algn="bl" rotWithShape="0" blurRad="254000" dist="635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3291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⭐ Star 项目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github.com/your-repo/topperson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"借用一个成熟的方法框架，做更好的判断"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TopPerson - 把顶尖人物做成 AI Skill</dc:title>
  <dc:subject>PptxGenJS Presentation</dc:subject>
  <dc:creator>PptxGenJS</dc:creator>
  <cp:lastModifiedBy>PptxGenJS</cp:lastModifiedBy>
  <cp:revision>1</cp:revision>
  <dcterms:created xsi:type="dcterms:W3CDTF">2026-04-10T13:28:17Z</dcterms:created>
  <dcterms:modified xsi:type="dcterms:W3CDTF">2026-04-10T13:28:17Z</dcterms:modified>
</cp:coreProperties>
</file>